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Data Engineering Platform</a:t>
            </a:r>
          </a:p>
          <a:p>
            <a:r>
              <a:t>ADLS → Kafka → Airflow → Snowflake → dbt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Batch &amp; Streaming ingestion</a:t>
            </a:r>
          </a:p>
          <a:p>
            <a:r>
              <a:t>Automated orchestration</a:t>
            </a:r>
          </a:p>
          <a:p>
            <a:r>
              <a:t>Analytics-ready warehouse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ADLS</a:t>
            </a:r>
          </a:p>
          <a:p>
            <a:r>
              <a:t>Apache Kafka</a:t>
            </a:r>
          </a:p>
          <a:p>
            <a:r>
              <a:t>Apache Airflow</a:t>
            </a:r>
          </a:p>
          <a:p>
            <a:r>
              <a:t>Snowflake</a:t>
            </a:r>
          </a:p>
          <a:p>
            <a:r>
              <a:t>DBT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Files land in ADLS</a:t>
            </a:r>
          </a:p>
          <a:p>
            <a:r>
              <a:t>Kafka streams records</a:t>
            </a:r>
          </a:p>
          <a:p>
            <a:r>
              <a:t>Airflow consumes &amp; loads Snowflake</a:t>
            </a:r>
          </a:p>
          <a:p>
            <a:r>
              <a:t>DBT transforms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Producers send CSV/JSON</a:t>
            </a:r>
          </a:p>
          <a:p>
            <a:r>
              <a:t>Consumers managed via Airflow</a:t>
            </a:r>
          </a:p>
          <a:p>
            <a:r>
              <a:t>Scalable streaming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Airflow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DAG manages Kafka → Snowflake</a:t>
            </a:r>
          </a:p>
          <a:p>
            <a:r>
              <a:t>Triggers DBT automatically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Snowflake Warehouse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layer ingestion</a:t>
            </a:r>
          </a:p>
          <a:p>
            <a:r>
              <a:t>ANALYTICS schema</a:t>
            </a:r>
          </a:p>
          <a:p>
            <a:r>
              <a:t>Fact &amp; staging tables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DBT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Sources &amp; refs</a:t>
            </a:r>
          </a:p>
          <a:p>
            <a:r>
              <a:t>Staging &amp; fact models</a:t>
            </a:r>
          </a:p>
          <a:p>
            <a:r>
              <a:t>Incremental logic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manual steps</a:t>
            </a:r>
          </a:p>
          <a:p>
            <a:r>
              <a:t>Fully scheduled pipeline</a:t>
            </a:r>
          </a:p>
          <a:p>
            <a:r>
              <a:t>Production-ready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architecture</a:t>
            </a:r>
          </a:p>
          <a:p>
            <a:r>
              <a:t>End-to-end ownership</a:t>
            </a:r>
          </a:p>
          <a:p>
            <a:r>
              <a:t>Streaming + batch patterns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